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3, Class 3. The last teaching class before the MP1 evaluation in C4. Two halves: 5-25 concepts (cascade, specificity, pseudo-classes, DevTools), 25-45 live build of a complete static page. Remind students at the start that MP1 is due before C4.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0-5 min. The fourth recall question is not rhetorical. Ask for a show of hands on who has deployed. Anyone who has not should treat tonight as the deadline, not tomorrow.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5-9 min. Students believe order alone decides. Break that belief now: swap the two rules live and show the button stays navy. Then give the three questions in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9-14 min. Do the six examples as a class, not as a reading. Cover the answer, ask, reveal. The key insight: 1-0-0 beats 0-99-0 - a single id beats any number of classes. It is not a sum.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14-17 min. The practical rule is the takeaway: low, flat specificity. Show a real-world horror selector if you have one from a student project last semester.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17-20 min. This answers the question you deflected in Week 2 Class 3. Be direct: !important is banned in MP1 and the mid-term. If they need it, their selectors are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20-22 min. The form control point is practical and they hit it last week. Set typography once on body and let inheritance do the work - that is the cheapest styling in any stylesheet.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22-25 min. Remember every pseudo-class adds 0-1-0 to specificity - that is why a:hover beats a. Demonstrate nth-child(even) on the routine table from Week 2; it is the fastest visible win.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25-28 min. Do this live on a student's page. Scroll down the Styles panel and show the losing rules struck through. This reframing - which rule is beating mine - is the whole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28 min. Say openly: this is MP1's shape. Build it in five clear steps so students can follow the same order tonight.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28-31 min. Sketch the regions on the whiteboard for the page you are about to build. Sixty seconds of planning saves ten minutes of restructuring - say it, then demonstrate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31-34 min. Custom properties are not in the syllabus explicitly but they cost two minutes and make MP1 markedly tidier. Keep it to colours and one spacing value - do not build a design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34-38 min. Narrate the Flexbox-or-Grid decision out loud for each block: one row means flex, rows and columns mean grid. That running commentary is what they need to reproduce tonight.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38-42 min. Point at the flat selectors: .card, .btn, .btn:hover. No nesting three levels deep. This is the specificity lesson from the first half applied in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42-45 min. Walk this list on the page you just built, live. Six checks, three minutes. Students who watch you do it are far more likely to do it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45-48 min. End the clinic on the viva point. It is the single most useful warning you can give before the MP1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48-50 min. Read the MP1 box aloud, twice. Exit questions: what are the three questions the cascade asks, in order? And what is the specificity of .nav a:hover? (0-2-1.)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0A4A85"/>
          </a:solidFill>
          <a:ln w="12700">
            <a:solidFill>
              <a:srgbClr val="0A4A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07386A"/>
          </a:solidFill>
          <a:ln w="12700">
            <a:solidFill>
              <a:srgbClr val="07386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77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ISLAMIC UNIVERSITY CHITTAGONG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and Engineering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CSE-2340: Software Development 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3172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Specificity, Cascade &amp; Live Build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C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Class 3 · Why one rule beats another, pseudo-classes, DevTools, and a complete static page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434840"/>
            <a:ext cx="1005840" cy="32004"/>
          </a:xfrm>
          <a:prstGeom prst="rect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709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Sadman Hafiz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029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Lecturer, Dept. of CSE, IIUC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715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Autumn 2026  |  50-minute class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0-5 MINUTES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&amp; Today's Outcome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1848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6459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from C1 and C2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039112"/>
            <a:ext cx="4974336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property spreads items along the main axis?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responsive grid line from memory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media queries go in the file, and why?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your MP1 deployed yet?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0528" y="161848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22592" y="16459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today you can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2039112"/>
            <a:ext cx="4791456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one CSS rule beats another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the specificity of a selector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why !important is almost always wrong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pseudo-classes for states and positions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cascade in DevTools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complete static page end to end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Rules, One Element. Which Wins?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852160" cy="1696720"/>
          </a:xfrm>
          <a:prstGeom prst="roundRect">
            <a:avLst>
              <a:gd name="adj" fmla="val 3234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81328"/>
            <a:ext cx="5632704" cy="1477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navy;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orange;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0" y="1371600"/>
            <a:ext cx="5029200" cy="1920240"/>
          </a:xfrm>
          <a:prstGeom prst="roundRect">
            <a:avLst>
              <a:gd name="adj" fmla="val 381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39712" y="1572768"/>
            <a:ext cx="4517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button is navy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839712" y="1993392"/>
            <a:ext cx="451713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because .btn is written first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because it is longer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a class beats an element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11064240" cy="2743200"/>
          </a:xfrm>
          <a:prstGeom prst="roundRect">
            <a:avLst>
              <a:gd name="adj" fmla="val 2667"/>
            </a:avLst>
          </a:prstGeom>
          <a:solidFill>
            <a:srgbClr val="E7F4EE"/>
          </a:solidFill>
          <a:ln w="12700">
            <a:solidFill>
              <a:srgbClr val="E7F4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3401568"/>
            <a:ext cx="384048" cy="38404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42900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cascade answers this with three questions, in this exact order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822192"/>
            <a:ext cx="10552176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Importance — is one of them marked !important, or an inline style?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Specificity — which selector is more specific? (this is the usual answer)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Source order — if they are still tied, the one written LATER wins.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if question 1 is a draw does the browser ask question 2, and so on. Most conflicts are settled at question 2.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Calculating Specificity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three numbers for each selector. Compare left to right, like a version number.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1920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#main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1-0-0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15968" y="17830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0A4A85"/>
          </a:solidFill>
          <a:ln w="12700">
            <a:solidFill>
              <a:srgbClr val="0A4A8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0560" y="1920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Classes, attributes, pseudo-classes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.card, [type="text"], :hover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0-1-0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083296" y="17830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47888" y="1920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Elements and pseudo-elements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47888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3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p, h1, ::before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247888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3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0-0-1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520440" cy="749808"/>
          </a:xfrm>
          <a:prstGeom prst="roundRect">
            <a:avLst>
              <a:gd name="adj" fmla="val 9756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02336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926080" y="402336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0-0-1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15968" y="4023360"/>
            <a:ext cx="3520440" cy="749808"/>
          </a:xfrm>
          <a:prstGeom prst="roundRect">
            <a:avLst>
              <a:gd name="adj" fmla="val 975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17136" y="402336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93408" y="402336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0-1-0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83296" y="4023360"/>
            <a:ext cx="3520440" cy="749808"/>
          </a:xfrm>
          <a:prstGeom prst="roundRect">
            <a:avLst>
              <a:gd name="adj" fmla="val 9756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84464" y="402336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#main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460736" y="402336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1-0-0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892040"/>
            <a:ext cx="3520440" cy="749808"/>
          </a:xfrm>
          <a:prstGeom prst="roundRect">
            <a:avLst>
              <a:gd name="adj" fmla="val 975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" y="489204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 a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926080" y="489204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0-0-2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315968" y="4892040"/>
            <a:ext cx="3520440" cy="749808"/>
          </a:xfrm>
          <a:prstGeom prst="roundRect">
            <a:avLst>
              <a:gd name="adj" fmla="val 9756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17136" y="489204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p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693408" y="489204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0-1-1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083296" y="4892040"/>
            <a:ext cx="3520440" cy="749808"/>
          </a:xfrm>
          <a:prstGeom prst="roundRect">
            <a:avLst>
              <a:gd name="adj" fmla="val 975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84464" y="489204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#main .card a:hover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460736" y="489204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1-2-1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Specificity Is Not a Sum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6583680" cy="2330704"/>
          </a:xfrm>
          <a:prstGeom prst="roundRect">
            <a:avLst>
              <a:gd name="adj" fmla="val 2354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81328"/>
            <a:ext cx="6364224" cy="211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0-3-0  — three classes */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.page .content .card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navy;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1-0-0  — one id */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#card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orange;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The text is ORANGE. One id beats any number of classes. */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0" y="1371600"/>
            <a:ext cx="4297680" cy="2103120"/>
          </a:xfrm>
          <a:prstGeom prst="roundRect">
            <a:avLst>
              <a:gd name="adj" fmla="val 3478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16368" y="157276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1636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028432" y="160020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left to right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571232" y="1993392"/>
            <a:ext cx="37856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1-0-0 vs 0-3-0: the first number decides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0-2-0 vs 0-1-5: the second number decides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 tie moves to the next number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6583680" cy="2377440"/>
          </a:xfrm>
          <a:prstGeom prst="roundRect">
            <a:avLst>
              <a:gd name="adj" fmla="val 3077"/>
            </a:avLst>
          </a:prstGeom>
          <a:solidFill>
            <a:srgbClr val="E7F4EE"/>
          </a:solidFill>
          <a:ln w="12700">
            <a:solidFill>
              <a:srgbClr val="E7F4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3767328"/>
            <a:ext cx="384048" cy="38404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379476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 in practice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" y="4187952"/>
            <a:ext cx="607161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specificity LOW and flat. One class per component.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high-specificity rule can only be beaten by an even higher one, and that spiral is how stylesheets become unmaintainable.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are writing .page .content .card p span, stop and add a class instead.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0" y="3657600"/>
            <a:ext cx="4297680" cy="2286000"/>
          </a:xfrm>
          <a:prstGeom prst="roundRect">
            <a:avLst>
              <a:gd name="adj" fmla="val 3200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571232" y="385876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ids for styling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571232" y="4279392"/>
            <a:ext cx="378561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ids for anchors and label/for, not for CSS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id rule is nearly impossible to override later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are reusable; ids are not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Styles and !important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6035040" cy="2330704"/>
          </a:xfrm>
          <a:prstGeom prst="roundRect">
            <a:avLst>
              <a:gd name="adj" fmla="val 2354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81328"/>
            <a:ext cx="5815584" cy="211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The full order of importance */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4. !important  — beats everything    */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color: navy !important; }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3. inline style — 1-0-0-0            */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   &lt;p style="color: red"&gt;            */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2. id, class, element specificity    */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1. source order — the last one wins  */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766560" y="1371600"/>
            <a:ext cx="4846320" cy="2194560"/>
          </a:xfrm>
          <a:prstGeom prst="roundRect">
            <a:avLst>
              <a:gd name="adj" fmla="val 3333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022592" y="1572768"/>
            <a:ext cx="4334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!important is a trap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022592" y="1993392"/>
            <a:ext cx="433425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wins, so the next problem needs another !important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Soon every rule has one and you are back where you started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hides the real problem: specificity that is too high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66560" y="3749040"/>
            <a:ext cx="4846320" cy="2194560"/>
          </a:xfrm>
          <a:prstGeom prst="roundRect">
            <a:avLst>
              <a:gd name="adj" fmla="val 3333"/>
            </a:avLst>
          </a:prstGeom>
          <a:solidFill>
            <a:srgbClr val="E7F4EE"/>
          </a:solidFill>
          <a:ln w="12700">
            <a:solidFill>
              <a:srgbClr val="E7F4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67728" y="3950208"/>
            <a:ext cx="384048" cy="38404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67728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479792" y="39776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exceptions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022592" y="4370832"/>
            <a:ext cx="433425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Overriding a third-party library you cannot edit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utility class that must always win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this course, and not in MP1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6035040" cy="1965960"/>
          </a:xfrm>
          <a:prstGeom prst="roundRect">
            <a:avLst>
              <a:gd name="adj" fmla="val 372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04672" y="4178808"/>
            <a:ext cx="5522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reach for !important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4599432"/>
            <a:ext cx="552297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instead: which rule is beating mine, and why?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DevTools tells you in two seconds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 is almost always to lower the other selector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Inheritance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852160" cy="1834896"/>
          </a:xfrm>
          <a:prstGeom prst="roundRect">
            <a:avLst>
              <a:gd name="adj" fmla="val 299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81328"/>
            <a:ext cx="5632704" cy="1615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Arial, sans-serif;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#3D4A57;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line-height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Every paragraph, heading and list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inside body gets these for free. */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0" y="1371600"/>
            <a:ext cx="5029200" cy="2103120"/>
          </a:xfrm>
          <a:prstGeom prst="roundRect">
            <a:avLst>
              <a:gd name="adj" fmla="val 3478"/>
            </a:avLst>
          </a:prstGeom>
          <a:solidFill>
            <a:srgbClr val="E7F4EE"/>
          </a:solidFill>
          <a:ln w="12700">
            <a:solidFill>
              <a:srgbClr val="E7F4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84848" y="1572768"/>
            <a:ext cx="384048" cy="38404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8484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296912" y="16002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DO inherit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839712" y="1993392"/>
            <a:ext cx="451713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font-family, font-size, font-weight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line-height, text-align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visibility, list-style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5852160" cy="2651760"/>
          </a:xfrm>
          <a:prstGeom prst="roundRect">
            <a:avLst>
              <a:gd name="adj" fmla="val 2759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4672" y="3493008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do NOT inherit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913632"/>
            <a:ext cx="534009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margin, padding, border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width, height, display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to do with the box, basically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3657600"/>
            <a:ext cx="5029200" cy="2286000"/>
          </a:xfrm>
          <a:prstGeom prst="roundRect">
            <a:avLst>
              <a:gd name="adj" fmla="val 3200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84848" y="385876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84848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296912" y="38862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that catches everyone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839712" y="4279392"/>
            <a:ext cx="451713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controls do NOT inherit font by default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input, select, textarea and button need font-family: inherit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why your form looked different from the rest of the page in Week 2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Pseudo-classes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37160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:hover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37160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mouse is over it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137160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Mouse users only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76272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17627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:focus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176272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Reached with Tab or clicked into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217627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 users — never skip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980944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2980944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:focus-visible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2980944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AND the browser thinks a ring should show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2980944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of both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785616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78561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:active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3785616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Being pressed right now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378561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 feedback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590288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59028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:first-child / :last-child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0" y="4590288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or last among its siblings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459028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 edge spacing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39496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3949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:nth-child(even)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657600" y="539496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second sibling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046720" y="539496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Zebra-striped tables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Cascade in DevTools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572768"/>
            <a:ext cx="4837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are listed most specific first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1993392"/>
            <a:ext cx="48371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 one is winning. Scroll down to see who lost.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19672" y="1572768"/>
            <a:ext cx="4837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Struck-through text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1993392"/>
            <a:ext cx="48371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declaration was overridden — or the property name is misspelled.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3035808"/>
            <a:ext cx="4837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file name on the right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3456432"/>
            <a:ext cx="48371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it to jump straight to that line in your CSS.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283464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19672" y="3035808"/>
            <a:ext cx="4837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Computed tab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519672" y="3456432"/>
            <a:ext cx="48371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value, plus an arrow showing which rule supplied it.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4498848"/>
            <a:ext cx="4837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Greyed-out values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919472"/>
            <a:ext cx="48371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Inherited from a parent, or a browser default.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429768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19672" y="4498848"/>
            <a:ext cx="4837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Untick a checkbox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4919472"/>
            <a:ext cx="48371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Disable one declaration and watch what takes over.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E7F4EE"/>
          </a:solidFill>
          <a:ln w="12700">
            <a:solidFill>
              <a:srgbClr val="E7F4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4773168"/>
            <a:ext cx="384048" cy="38404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261872" y="480060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to ask is never "why is my rule not working"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804672" y="5193792"/>
            <a:ext cx="1055217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"which rule is beating mine?" DevTools answers that in two seconds, and the fix is usually to lower the other selector rather than raise yours.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480560"/>
            <a:ext cx="2743200" cy="2743200"/>
          </a:xfrm>
          <a:prstGeom prst="ellipse">
            <a:avLst/>
          </a:prstGeom>
          <a:solidFill>
            <a:srgbClr val="07386A"/>
          </a:solidFill>
          <a:ln w="12700">
            <a:solidFill>
              <a:srgbClr val="07386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57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Build: A Complete Static Page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49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from Weeks 1 to 3 in one file. This is the shape of Mini Project 1.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BUILD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Plan Before You Type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1848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64592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Sketch the regions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039112"/>
            <a:ext cx="483717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header, nav, hero, three sections, footer. On paper, in 60 seconds.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64808" y="161848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4808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976872" y="164592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HTML first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519672" y="2039112"/>
            <a:ext cx="483717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it, with no CSS. Check the heading order and the landmarks.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321868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24612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style, top to bottom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3639312"/>
            <a:ext cx="483717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Reset, base type, layout, components, states, responsive.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30175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64808" y="321868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64808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76872" y="324612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as you go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6519672" y="3639312"/>
            <a:ext cx="483717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through it. Resize it. Do not leave this to the end.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7548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" y="495604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9808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261872" y="498348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order matters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04672" y="5376672"/>
            <a:ext cx="10552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who style while writing HTML end up restructuring twice. Finish the structure, then open the stylesheet.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BUILD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Base and Design Tokens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6583680" cy="3493008"/>
          </a:xfrm>
          <a:prstGeom prst="roundRect">
            <a:avLst>
              <a:gd name="adj" fmla="val 1571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81328"/>
            <a:ext cx="636422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--navy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#003366;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--amber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#E39A18;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--ink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#3D4A57;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--line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#D6DEE6;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--bg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#F7F9FB;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--space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20px;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--radius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8px;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{ box-sizing: border-box; margin: 0; padding: 0; }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Arial, Helvetica, sans-serif;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line-height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var(--ink);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var(--bg);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0" y="1371600"/>
            <a:ext cx="4297680" cy="2194560"/>
          </a:xfrm>
          <a:prstGeom prst="roundRect">
            <a:avLst>
              <a:gd name="adj" fmla="val 33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571232" y="1572768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properties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571232" y="1993392"/>
            <a:ext cx="378561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 once in :root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anywhere with var(--name)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the brand colour in one place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0" y="3749040"/>
            <a:ext cx="4297680" cy="2194560"/>
          </a:xfrm>
          <a:prstGeom prst="roundRect">
            <a:avLst>
              <a:gd name="adj" fmla="val 3333"/>
            </a:avLst>
          </a:prstGeom>
          <a:solidFill>
            <a:srgbClr val="E7F4EE"/>
          </a:solidFill>
          <a:ln w="12700">
            <a:solidFill>
              <a:srgbClr val="E7F4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516368" y="3950208"/>
            <a:ext cx="384048" cy="38404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16368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028432" y="397764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bother now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571232" y="4370832"/>
            <a:ext cx="378561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colours stop drifting across the file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how every real codebase works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in Week 4 is the same idea with names already chosen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BUILD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Layout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4200144"/>
          </a:xfrm>
          <a:prstGeom prst="roundRect">
            <a:avLst>
              <a:gd name="adj" fmla="val 130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35608"/>
            <a:ext cx="10844784" cy="398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One container rule, reused by every landmark */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width: 92%; max-width: 1100px; margin: 0 auto; }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Header: Flexbox, because it is one row */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.site-header .container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flex-direction: column;          /* phone */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8px;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Cards: Flexbox, because they are one wrapping row */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.card-row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display: flex; flex-wrap: wrap; gap: var(--space); }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   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flex: 1 1 280px; }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Gallery: Grid, because it is rows AND columns */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.gallery 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display: grid; gap: var(--space); }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 768px)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.site-header .container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flex-direction: row; justify-content: space-between; align-items: center; }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.gallery </a:t>
            </a:r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grid-template-columns: repeat(auto-fit, minmax(240px, 1fr)); }</a:t>
            </a:r>
            <a:endParaRPr lang="en-US" sz="1150" dirty="0"/>
          </a:p>
          <a:p>
            <a:pPr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BUILD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Components and States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64240" cy="4882896"/>
          </a:xfrm>
          <a:prstGeom prst="roundRect">
            <a:avLst>
              <a:gd name="adj" fmla="val 1124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08176"/>
            <a:ext cx="10844784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One class per component. Flat, low specificity. */</a:t>
            </a:r>
            <a:endParaRPr lang="en-US" sz="105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</a:t>
            </a: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#FFFFFF;</a:t>
            </a:r>
            <a:endParaRPr lang="en-US" sz="105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1px solid var(--line);</a:t>
            </a:r>
            <a:endParaRPr lang="en-US" sz="105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var(--radius);</a:t>
            </a:r>
            <a:endParaRPr lang="en-US" sz="105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var(--space);</a:t>
            </a:r>
            <a:endParaRPr lang="en-US" sz="105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 </a:t>
            </a: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inline-block;              /* an &lt;a&gt; is inline */</a:t>
            </a:r>
            <a:endParaRPr lang="en-US" sz="105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10px 18px;</a:t>
            </a:r>
            <a:endParaRPr lang="en-US" sz="105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var(--navy);</a:t>
            </a:r>
            <a:endParaRPr lang="en-US" sz="105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#FFFFFF;</a:t>
            </a:r>
            <a:endParaRPr lang="en-US" sz="105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text-decoration</a:t>
            </a: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none;</a:t>
            </a:r>
            <a:endParaRPr lang="en-US" sz="105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4px;</a:t>
            </a:r>
            <a:endParaRPr lang="en-US" sz="105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States: hover AND focus, together, every time */</a:t>
            </a:r>
            <a:endParaRPr lang="en-US" sz="105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.btn:hover,</a:t>
            </a:r>
            <a:endParaRPr lang="en-US" sz="105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.btn:focus </a:t>
            </a: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background-color: #0A4A85; }</a:t>
            </a:r>
            <a:endParaRPr lang="en-US" sz="105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344"/>
              </a:lnSpc>
              <a:buNone/>
            </a:pP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focus,</a:t>
            </a:r>
            <a:endParaRPr lang="en-US" sz="105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.btn:focus </a:t>
            </a: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outline: 3px solid var(--amber); outline-offset: 2px; }</a:t>
            </a:r>
            <a:endParaRPr lang="en-US" sz="105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Position-based styling instead of extra classes */</a:t>
            </a:r>
            <a:endParaRPr lang="en-US" sz="105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.card-row .card:last-child </a:t>
            </a: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margin-right: 0; }</a:t>
            </a:r>
            <a:endParaRPr lang="en-US" sz="1050" dirty="0"/>
          </a:p>
          <a:p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tbody tr:nth-child(even)   </a:t>
            </a:r>
            <a:pPr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background-color: var(--bg); }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BUILD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The Pass Before You Submit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572768"/>
            <a:ext cx="384048" cy="38404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60020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through the whole page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1993392"/>
            <a:ext cx="483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control reachable, focus always visible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64808" y="1572768"/>
            <a:ext cx="384048" cy="38404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480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976872" y="160020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Resize to 360px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519672" y="1993392"/>
            <a:ext cx="483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horizontal scrollbar, nothing overflowing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51460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2715768"/>
            <a:ext cx="384048" cy="38404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274320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contrast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3136392"/>
            <a:ext cx="483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 : 1 on every text and background pair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251460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64808" y="2715768"/>
            <a:ext cx="384048" cy="38404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64808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76872" y="274320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Lighthouse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519672" y="3136392"/>
            <a:ext cx="483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only. Read every failure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65760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" y="3858768"/>
            <a:ext cx="384048" cy="38404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9808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261872" y="388620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the HTML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804672" y="4279392"/>
            <a:ext cx="483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h1, landmarks present, alt on every image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63640" y="365760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64808" y="3858768"/>
            <a:ext cx="384048" cy="38404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64808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976872" y="388620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your commit log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6519672" y="4279392"/>
            <a:ext cx="483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or more meaningful messages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84632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49808" y="504748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49808" y="5047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1261872" y="507492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this pass on MP1 tonight, not ten minutes before C4</a:t>
            </a:r>
            <a:endParaRPr lang="en-US" sz="1700" dirty="0"/>
          </a:p>
        </p:txBody>
      </p:sp>
      <p:sp>
        <p:nvSpPr>
          <p:cNvPr id="40" name="Text 38"/>
          <p:cNvSpPr txBox="1"/>
          <p:nvPr/>
        </p:nvSpPr>
        <p:spPr>
          <a:xfrm>
            <a:off x="804672" y="5468112"/>
            <a:ext cx="10552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item here is on the marking rubric, and each one takes under two minutes to check.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CLINIC · 45-48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325880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rule is being ignored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1325880"/>
            <a:ext cx="6217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 rule is more specific. Look at the Styles panel and ask which one is beating yours.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103120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added !important and it worked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103120"/>
            <a:ext cx="6217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will stop working next week. Lower the other selector instead.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880360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form text looks different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880360"/>
            <a:ext cx="6217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controls do not inherit font. Add font-family: inherit.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657600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 a colour means editing ten lines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3657600"/>
            <a:ext cx="6217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did not use a custom property. Declare it once in :root.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43484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434840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selector is five levels deep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4434840"/>
            <a:ext cx="6217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class to the element instead. Flat selectors are easier to override.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21208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212080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works but I cannot explain why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5212080"/>
            <a:ext cx="6217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a viva problem. Read it in DevTools until you can.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i="1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one matters most this week. C4 is a viva: you will be asked to explain and modify your own code.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48-50 MINUTES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&amp; MP1 Deadline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57276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6002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1 - In-class demonstration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1993392"/>
            <a:ext cx="497433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 last 5 minutes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in DevTools, find one rule on your page that is being overridden, and say which rule beats it and why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Marks: 2 (checked on the spot)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0528" y="157276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22592" y="16002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2 - Home task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1993392"/>
            <a:ext cx="479145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 your stylesheet: remove every !important, flatten selectors deeper than two levels, move colours into :root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nothing new — just improve what you have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Marks: 3 · Deadline: before Week 4, Class 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4178808"/>
            <a:ext cx="384048" cy="384048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420624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PROJECT 1 — evaluated in the next class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599432"/>
            <a:ext cx="1055217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BEFORE C4: your GitHub repository URL and your deployed URL.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 is a live demonstration and viva. You will be asked to explain one part of your code and to make one small change on the spot.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submissions are evaluated using whatever is deployed at the deadline.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International Islamic University Chittagong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CSE-2340 W3C3 Specificity, Cascade and Live Build</dc:title>
  <dc:subject>Specificity and the cascade</dc:subject>
  <dc:creator>Md Sadman Hafiz</dc:creator>
  <cp:lastModifiedBy>Md Sadman Hafiz</cp:lastModifiedBy>
  <cp:revision>1</cp:revision>
  <dcterms:created xsi:type="dcterms:W3CDTF">2026-09-12T02:41:27Z</dcterms:created>
  <dcterms:modified xsi:type="dcterms:W3CDTF">2026-09-12T02:41:27Z</dcterms:modified>
</cp:coreProperties>
</file>