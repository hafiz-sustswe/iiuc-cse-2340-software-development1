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for both classes. C3 is teaching (slides 2-15), C4 is practice (slides 16-22). Everything today maps onto CSS they already know. Mini Project 2, due Week 5 C4, must be built with Tailwind, so point at it often.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The last recall question sets up the whole class: Tailwind's prefixes are the same mobile-first breakpoints, just shorter to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5-9 min. Say the sentence plainly: no new CSS, only new names. Students who think Tailwind is a different technology get stuck; students who read it as shorthand move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9-12 min. Be even-handed. Students who are told Tailwind is simply better become dogmatic and struggle when they meet a normal stylesheet. The React point lands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12-16 min. Use the browser script today so nobody loses ten minutes to npm. Say clearly that MP2 needs the Vite build - a CDN-compiled page is slow and is not how anything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16-19 min. This slide saves more student hours than any other in the class. They will search for help, find a v3 video, and be baffled when nothing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19-22 min. Write p-4 = 16px on the board. Students will write p-16 expecting 16px and get 64px. Show it live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22-25 min. The @theme to utility-class mapping is the one genuinely new idea in Tailwind. Demonstrate it: add a token, save, use the class, watch it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25-28 min. Read the left column aloud and let the class supply the class name. They already know the CSS, so they can guess most of them, which builds confidence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28-32 min. Open the demo file, resize slowly, and let them watch grid-cols change at md and lg. This is the fastest route to understanding the prefix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32-35 min. Point at inset-x-0: that is left: 0 and right: 0 together, the full-width overlay trick from C1. Students like discovering there is a single class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min. Open the Week 3 page side by side. Rebuilding something they already know removes all the guesswork and isolates the one new thing: the class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35-40 min. mx-auto w-11/12 max-w-5xl is the container recipe from Week 3 in three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40-45 min. Stop on relative/absolute: it is the identical rule from C1 with shorter names. Students who fought the badge on Monday get a small win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45-50 min of C3. Exit questions: how many pixels is p-6? And what does md:flex-row mean about a phone screen? (24px; on a phone it is NOT a row.)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of C4. Everyone opens the starter folder. Same shape as always: short setup, long build, clinic, exit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0-7 min of C4. Remind them MP2 needs a real build. A student who only ever used the CDN script will be stuck on deployment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7-19 min. Longest block. Circulate. The most common stall is a student styling colours before the grid exists, then redoing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19-27 min. Make them write the mapping as an HTML comment. Students who cannot say which class handles which width have copied it rather than understood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27-35 min. With the browser script the @theme block goes in a style tag with type="text/tailwindcss". Show that once on the projector or half the room will be stuck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35-43 min. Bug 4 is the one worth dwelling on: a misspelt or invented utility fails silently, exactly like a misspelt CSS property. The Styles panel shows nothing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 min. The Vite requirement in Part 2 exists so nobody meets npm for the first time on MP2 submission night. Make that reasoning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48-50 min. Answer 1: on a phone it is NOT a row - the prefix only applies from 768px up. Answer 2: mx-auto w-11/12 max-w-5xl.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A4A85"/>
          </a:solidFill>
          <a:ln w="12700">
            <a:solidFill>
              <a:srgbClr val="0A4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ISLAMIC UNIVERSITY CHITTAGONG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CSE-2340: Software Development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Class 3 (teaching) + Class 4 (practice) · Setup, spacing, type, responsive flex and grid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005840" cy="32004"/>
          </a:xfrm>
          <a:prstGeom prst="rect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Sadman Hafiz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Dept. of CSE, IIUC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2026  |  two 50-minute classes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0-5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&amp; Today's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from C1 and C2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497433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position value pins an element at a threshold?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absolute element measures from what?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sticky header need an opaque background?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breakpoints did we use in Week 3?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6184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45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 you can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039112"/>
            <a:ext cx="479145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Tailwind v4 three different ways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spacing and colour scales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flex and grid layouts with utilities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responsive prefixes correctly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hover and focus states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a page you already wrote, faster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Utility-First Means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WROTE IN WEEK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00" cy="1704848"/>
          </a:xfrm>
          <a:prstGeom prst="roundRect">
            <a:avLst>
              <a:gd name="adj" fmla="val 321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709928"/>
            <a:ext cx="5266944" cy="1485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1px solid #D6DEE6;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plus a class in the HTML */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325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1F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THING IN TAILWIND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03520" cy="1526032"/>
          </a:xfrm>
          <a:prstGeom prst="roundRect">
            <a:avLst>
              <a:gd name="adj" fmla="val 359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1709928"/>
            <a:ext cx="5084064" cy="130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 class="bg-white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 border-iiuc-line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rounded-lg p-5"&gt;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no CSS file at all --&gt;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76732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79476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class is one CSS declaration you already know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187952"/>
            <a:ext cx="105521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p-5 is padding: 1.25rem.  flex is display: flex.  justify-between is justify-content: space-between.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learning new CSS today. You are learning shorter names for the CSS you learned in Weeks 2 and 3.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also why this week depends on the last two: if Flexbox is still shaky, the class names will feel random.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Trade-off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gain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743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naming things. No .card-wrapper-inner-2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switching between two 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spacing, because the scale is fixed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classes are never generated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that uses it looks familiar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57276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lose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1993392"/>
            <a:ext cx="47914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HTML gets long and noisy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know the class names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the same 10 classes on 10 cards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to read at a glance than one good class name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445312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true. Learn it because the industry uses it, not because it is objectively better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873752"/>
            <a:ext cx="1055217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repetition problem disappears in Week 11, when a card becomes a React component written once and reused.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CSS is not obsolete. You will meet both in real codebases.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Tailwind v4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002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script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993392"/>
            <a:ext cx="30083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script tag. Compiles in the browser.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and today's class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5968" y="13716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17136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7136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16002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993392"/>
            <a:ext cx="30083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install, one watch command, outputs a CSS file.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HTML project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13716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4464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8446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6528" y="16002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plugin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1993392"/>
            <a:ext cx="30083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create vite, then @tailwindcss/vite.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2 and React later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11064240" cy="1395984"/>
          </a:xfrm>
          <a:prstGeom prst="roundRect">
            <a:avLst>
              <a:gd name="adj" fmla="val 393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995928"/>
            <a:ext cx="10844784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Option 1, what we use today: no install, works with Live Server --&gt;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"https://cdn.jsdelivr.net/npm/@tailwindcss/browser@4"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 type=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"text/tailwindcss"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@theme { --color-iiuc-navy: #003366; 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587044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script is for learning only. Mini Project 2 must use Option 3.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Warning About Tutorials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v3 — outdated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7433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tailwind.config.js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@tailwind base; @tailwind components; @tailwind utilities;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cdn.tailwindcss.com script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content array listing your 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57276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v4 — current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1993392"/>
            <a:ext cx="47914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config file at 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@import "tailwindcss";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@theme { } for your own tokens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 are detected automatically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45445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57200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 Tailwind video online still shows v3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965192"/>
            <a:ext cx="105521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version before you follow anything. If you see a config file or three @tailwind lines, the tutorial predates v4 and the setup will not work.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UTILITIES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Spacing Scale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 is 4px. This is the single most common misunderstanding: p-4 is 16px, not 4px.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7830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4px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78308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78308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17830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178308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0" y="17830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6517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651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83280" y="26517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11880" y="26517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651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24px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26517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26517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2651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32px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52560" y="26517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81160" y="26517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p-10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0" y="2651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40px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3611880"/>
            <a:ext cx="11064240" cy="1054608"/>
          </a:xfrm>
          <a:prstGeom prst="roundRect">
            <a:avLst>
              <a:gd name="adj" fmla="val 520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3721608"/>
            <a:ext cx="10844784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The same scale drives padding, margin and gap --&gt;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p-4    padding on all sides       px-5   left and right      py-3   top and bottom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m-4    margin on all sides        mt-8   top only            mx-auto  centre it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gap-5  gap between flex/grid items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" y="532180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everyone uses the same steps, spacing stays consistent without anyone deciding on 23px.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UTILITIES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and Colour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852160" cy="2241296"/>
          </a:xfrm>
          <a:prstGeom prst="roundRect">
            <a:avLst>
              <a:gd name="adj" fmla="val 244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632704" cy="202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TEXT --&gt;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text-sm  text-base  text-lg  text-xl  text-2xl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font-normal  font-bold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leading-relaxed        (line-height)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text-center  text-left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underline  no-underline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COLOUR: name + shade 50 to 950 --&gt;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text-slate-500     bg-white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bg-slate-100       border-slate-300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bg-black/55        (55% opacity)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39712" y="1572768"/>
            <a:ext cx="4517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Shades run 50 to 950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1993392"/>
            <a:ext cx="45171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is nearly white, 950 nearly black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is the middle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slate, gray, sky, amber, red and more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657600"/>
            <a:ext cx="5029200" cy="1704848"/>
          </a:xfrm>
          <a:prstGeom prst="roundRect">
            <a:avLst>
              <a:gd name="adj" fmla="val 321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3767328"/>
            <a:ext cx="4809744" cy="1485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@theme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--color-iiuc-navy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#003366;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now available as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bg-iiuc-navy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text-iiuc-navy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border-iiuc-navy */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852160" cy="1783080"/>
          </a:xfrm>
          <a:prstGeom prst="roundRect">
            <a:avLst>
              <a:gd name="adj" fmla="val 4103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43616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4389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@theme is Week 3's :root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782312"/>
            <a:ext cx="5340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 as your custom properties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difference: the token name becomes a class automatically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UTILITIES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and Grid as Utilities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716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37160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3716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975104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197510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column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97510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197510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flex-col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578608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25786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space-between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57860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57860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justify-between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82112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1821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center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18211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318211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items-center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85616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378561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 wrap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78561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0" y="378561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43891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1.25rem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438912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43891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992624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499262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grid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499262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49926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596128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559612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 repeat(3, 1fr)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559612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852160" y="559612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grid-cols-3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680960" y="1371600"/>
            <a:ext cx="3931920" cy="1127760"/>
          </a:xfrm>
          <a:prstGeom prst="roundRect">
            <a:avLst>
              <a:gd name="adj" fmla="val 486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90688" y="1481328"/>
            <a:ext cx="37124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 class="flex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flex-col gap-2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md:flex-row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md:items-center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md:justify-between"&gt;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80960" y="320040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882128" y="34015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82128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394192" y="3429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new here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7936992" y="3822192"/>
            <a:ext cx="341985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properties as Week 3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axes, same rules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layout does not work, the Flexbox is wrong, not the Tailwind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UTILITIES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Prefixes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400800" cy="1054608"/>
          </a:xfrm>
          <a:prstGeom prst="roundRect">
            <a:avLst>
              <a:gd name="adj" fmla="val 520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6181344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No prefix = ALL screens, starting from the phone --&gt;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class="grid grid-cols-1 gap-5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md:grid-cols-2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lg:grid-cols-3"&gt;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7432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(none)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743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screens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743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layout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4015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401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640px and up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401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needed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0599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md: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0599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768px and up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40599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18304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71830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47183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1024px and up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71830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76672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3766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53766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1280px and up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53766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screens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0" y="137160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3348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3348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1600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prefix is min-width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388352" y="1993392"/>
            <a:ext cx="39684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is mobile-first and gives you no choice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the habit from Week 3, now enforced by the tool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132320" y="384048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388352" y="4041648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mistake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388352" y="4462272"/>
            <a:ext cx="39684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md:flex-col expecting a column on a phone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the opposite: row on the phone, column from 768px up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UTILITIES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and Positioning Utilities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852160" cy="2598928"/>
          </a:xfrm>
          <a:prstGeom prst="roundRect">
            <a:avLst>
              <a:gd name="adj" fmla="val 21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632704" cy="237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STATES: same idea as pseudo-classes --&gt;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class="text-sky-200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hover:text-iiuc-amber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focus:text-iiuc-amber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focus:outline-3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focus:outline-iiuc-amber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focus:outline-offset-2"&gt;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POSITIONING: straight from C1 --&gt;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"sticky top-0 z-10 bg-iiuc-navy"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"relative overflow-hidden"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"absolute top-3 right-3 z-20"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"fixed right-5 bottom-5"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39712" y="1572768"/>
            <a:ext cx="4517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accessibility trap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1993392"/>
            <a:ext cx="45171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makes it very easy to write hover: and stop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hover-only link is invisible to keyboard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both, every time, exactly as in Week 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703320"/>
            <a:ext cx="5029200" cy="2240280"/>
          </a:xfrm>
          <a:prstGeom prst="roundRect">
            <a:avLst>
              <a:gd name="adj" fmla="val 3265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84848" y="390448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484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3931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from C1 carries over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4325112"/>
            <a:ext cx="45171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relative, absolute, sticky, fixed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top-0, right-3, inset-x-0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z-10, z-20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rules, same traps, shorter names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2743200" cy="274320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Build: Rebuild the Page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page from Week 3, rebuilt with utilities. Do not change the HTML structure.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35-45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Build: Shell, Header and Hero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4208272"/>
          </a:xfrm>
          <a:prstGeom prst="roundRect">
            <a:avLst>
              <a:gd name="adj" fmla="val 130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35608"/>
            <a:ext cx="10844784" cy="3988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"bg-iiuc-bg text-iiuc-ink leading-relaxed"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sticky top-0 z-10 = the three declarations from C1, as classes --&gt;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"sticky top-0 z-10 bg-iiuc-navy text-white shadow-md"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class="mx-auto w-11/12 max-w-5xl py-4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flex flex-col gap-2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md:flex-row md:items-center md:justify-between"&gt;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"text-lg"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IIUC · CSE Courses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&lt;/strong&gt;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aria-label=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 navigation"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"flex flex-wrap gap-5 list-none"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"#main"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class="text-sky-200 no-underline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hover:text-iiuc-amber focus:text-iiuc-amber"&gt;Courses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 id=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"mx-auto w-11/12 max-w-5xl py-8"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"rounded-lg bg-iiuc-navy2 px-6 py-10 text-white md:px-10 md:py-14"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"mb-3 text-2xl font-bold md:text-4xl"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Science &amp;amp; Engineering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"mb-5 max-w-prose text-sky-100"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practical, project-based curriculum.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35-45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Build: The Card Grid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4923536"/>
          </a:xfrm>
          <a:prstGeom prst="roundRect">
            <a:avLst>
              <a:gd name="adj" fmla="val 111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35608"/>
            <a:ext cx="10844784" cy="470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One column on a phone, two from md, three from lg --&gt;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"grid grid-cols-1 gap-5 md:grid-cols-2 lg:grid-cols-3"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"relative overflow-hidden rounded-lg border border-iiuc-line bg-white"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"relative h-36"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"flex h-full items-center justify-center bg-slate-100 text-sm text-slate-500"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course image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inset-x-0 = left: 0 AND right: 0, the full-width overlay from C1 --&gt;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"absolute inset-x-0 bottom-0 bg-black/55 px-3 py-2 text-sm text-white"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Software Development 1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absolute measures from the article, because it is relative --&gt;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class="absolute top-3 right-3 z-20 rounded-full bg-iiuc-amber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px-3 py-1 text-xs font-bold text-amber-950"&gt;NEW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"p-5"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"mb-1 text-lg font-bold text-iiuc-navy"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CSE-2340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"mb-2 text-sm text-slate-500"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credits · 3rd semester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45-50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2588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p-4 is not 4px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32588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is steps of 4px, so p-4 is 16px. p-16 is 64px.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0312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md: class does the opposite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0312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prefix is min-width. No prefix means phone; md: means 768px and up.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8036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justify-between does nothing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88036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parent is not a flex or grid container. Add flex or grid first.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grid-cols-3 is ignored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65760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cause: the element needs grid before grid-template-columns applies.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3484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custom colour class does nothing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443484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is not in @theme, or it is spelled differently there.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21208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tutorial does not match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521208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v3 tutorial. Check for a config file or @tailwind lines.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that generated no CSS simply does not exist, exactly like a misspelt property. DevTools shows you nothing, which is the clue.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2743200" cy="274320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4 — Practice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a page, make it responsive, modify it, then fix six broken class attributes.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· 0-7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4: What You Will 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84832"/>
            <a:ext cx="213969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page with utilities only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01568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2736" y="16642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0273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responsive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084832"/>
            <a:ext cx="213969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widths, correct prefixes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4496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16642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5566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it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2084832"/>
            <a:ext cx="213969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theme token, both states, a new section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07424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08592" y="16642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0859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20656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broken page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363456" y="2084832"/>
            <a:ext cx="213969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bugs, all in class attributes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68172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470916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2 is due Week 5, C4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5102352"/>
            <a:ext cx="10552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responsive design, built with Tailwind, deployed. Everything today is directly reusable in it, and MP2 must use the Vite setup, not the browser script.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· 7-19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1: Reproduce the Page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utilities only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743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header, opaque, with nav links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Centred container: mx-auto, max-width, page padding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course cards in a grid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badge positioned on each card corner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scale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1993392"/>
            <a:ext cx="47914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and gaps from the 4px scale: p-4, p-5, gap-5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Colours from the 50-950 range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arbitrary values unless nothing on the scale fits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64240" cy="835152"/>
          </a:xfrm>
          <a:prstGeom prst="roundRect">
            <a:avLst>
              <a:gd name="adj" fmla="val 656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361688"/>
            <a:ext cx="10844784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Start from this shell --&gt;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"mx-auto w-11/12 max-w-5xl py-8"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"grid gap-5"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add the column classes in Exercise 2 --&gt;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· 19-27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2: Make It Responsive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360px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10552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column. Header stacked. No horizontal scrollbar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715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74320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768px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36392"/>
            <a:ext cx="10552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columns. Header becomes a row, spread apart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8130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404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1024px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33672"/>
            <a:ext cx="10552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columns. Larger page heading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04748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5074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unprefixed class is the phone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5468112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grid-cols-1 md:grid-cols-2 lg:grid-cols-3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65392" y="504748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in a comment: which class does which width?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· 27-35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3: Modify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theme token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10552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--color-iiuc in @theme and use bg-iiuc on the header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9900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0175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both states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410712"/>
            <a:ext cx="10552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hover: and focus: on every link and button. Test with Tab only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3616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3891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new section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782312"/>
            <a:ext cx="10552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two-column block: text on the left, a placeholder on the right at md and up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64240" cy="453136"/>
          </a:xfrm>
          <a:prstGeom prst="roundRect">
            <a:avLst>
              <a:gd name="adj" fmla="val 1210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5687568"/>
            <a:ext cx="10844784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 type=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"text/tailwindcss"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@theme { --color-iiuc: #003366; }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· 35-43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4: Fix the Broken Page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starter/. Six bugs, all in the class attributes. No CSS file is involved.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842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0116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cards never become a row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40487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prefix. Which width is it for?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19842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20116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and justify do nothing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40487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container a flex container at all?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08152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108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grid-cols-3 is ignored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50215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family of problem as bug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8803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08" y="308152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3108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heading colour does not apply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350215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colour token exist?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1788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206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users get no feedback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459943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prefix is missing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39776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4808" y="417880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648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42062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scrollbar at 360px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519672" y="459943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width where a responsive one belongs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" y="532180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DevTools, select the element and read its class list. A class that generated no CSS simply does not exist.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IN CLASS · PART 2 AT HOME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- Week 4, C3 and C4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00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In-class demonstration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993392"/>
            <a:ext cx="497433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last 5 minutes of C4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show your Tailwind page at 360px, 768px and 1024px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class that controls each breakpoint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to a link and show the focus style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2 (checked on the spot)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2 - Home task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1993392"/>
            <a:ext cx="479145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all three modifications and all six bug fixes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ONE page from Week 3 using Tailwind, set up with Vite this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tailwind-notes.md: three utilities you had to look up, and what they 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and push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before Week 5, Class 1 · Marks: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559612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2 is due Week 5, C4: your own responsive design in Tailwind, deployed. Start it this weekend.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· 48-50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Rubric &amp; Exit Check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- 5 MARKS TOTAL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reproduced with utilities only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916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688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responsive behaviour at all three widths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6888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461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planted bugs fixed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2461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page rebuilt with a Vite setup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0233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06640" y="137160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62672" y="15727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1 - concept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62672" y="1993392"/>
            <a:ext cx="3694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md:flex-row say about how the page looks on a phone?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06640" y="33375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662672" y="353872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2 - practical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3959352"/>
            <a:ext cx="3694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classes for a container that is centred, 92% wide, with a maximum width.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responsive deployment, image optimisation and JavaScript fundamentals. MP2 is evaluated in C4.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International Islamic University Chittagong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CSE-2340 W4C3-C4 Tailwind CSS v4</dc:title>
  <dc:subject>Tailwind CSS v4</dc:subject>
  <dc:creator>Md Sadman Hafiz</dc:creator>
  <cp:lastModifiedBy>Md Sadman Hafiz</cp:lastModifiedBy>
  <cp:revision>1</cp:revision>
  <dcterms:created xsi:type="dcterms:W3CDTF">2026-09-26T04:28:15Z</dcterms:created>
  <dcterms:modified xsi:type="dcterms:W3CDTF">2026-09-26T04:28:15Z</dcterms:modified>
</cp:coreProperties>
</file>