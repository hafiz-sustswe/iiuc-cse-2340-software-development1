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deck for both classes of the day. C1 is the teaching class (slides 2-14), C2 is the practice class (slides 15-22). Students need a Figma or Pixso account, free tier is enough. Share the prepared design file link before C1.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0-5 min. Give one minute of MP1 feedback as a group: the two most common losses across the class. Do not name anyone. Then move on - individual feedback comes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5-8 min. Be concrete about employment. Most students have never seen a real handoff and assume the developer invents the look. Open a real Figma file on the projector if you have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8-12 min. Do this live in the tool, not from the slide. The Alt-hover measuring trick is the single most useful thing in this class; demonstrate it three times on different pairs of 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12-15 min. Stress the colour point: never eyedrop from a screenshot, the compression changes the value. Copy the hex from the inspect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15-18 min. Students commit 4MB hero photos. Mention squoosh.app or any compressor; a page that takes six seconds to load loses marks on MP2 even if it looks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 min. Frame it correctly: positioning is NOT a layout system. It is for the few things that sit on top of the layout - badges, sticky headers, modals.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18-22 min. Open positioning-demo.html and change the value live for the same box five times. Watching one element behave five ways teaches this faster than any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22-26 min. This is the most important slide of C1. Demonstrate the bug first: badge without the relative parent, watch it jump to the page corner, then add relative and watch it snap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26-29 min. The commonest sticky failure is a missing top value. Second commonest is overflow: hidden on an ancestor, which silently kills it - mention it now, they will hit it in C2.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29-32 min. The trapped-child rule (stacking contexts) is worth one clear sentence and no theory. Students meet it once and are baffled; naming it now saves an hour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32-35 min. Link back explicitly to Week 2 Exercise 4. Students who learn positioning often start using it for everything; this slide is the vaccine.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35-45 min. Build the four blocks in order, testing after each. The opaque background on the sticky header is a real bug students hit: without it the page text scrolls through the header.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45-50 min of C1. Take two answers, then stop. C2 continues from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of C2. Everyone opens the shared design link and the starter folder. Say the shape: seven minutes of setup, then thirty-five minutes of 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0-7 min of C2. The reproduce-do-not-redesign rule is the professional habit being taught. Students will want to improve the design; hold the line, it is the whole point of a handoff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7-15 min. Insist on the written list before any code. Walk round and check the six numbers; students who guess rather than measure will have inconsistent spacing by Exercise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15-27 min. Longest block. Circulate and compare a student's CSS against their own measurements list - the mismatch between the two is the teaching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27-37 min. Insist on checking after each part. A student who adds all three then tests has three interacting bugs and no idea which change caused what.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37-45 min. Bug 6 is the stacking-context trap from C1. Nobody solves it without remembering that slide, which is exactly why it is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48 min. The handoff-notes file matters: writing down what you could not reproduce is a real professional habit, and it is the part students will want to skip.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48-50 min. Answer 1: the nearest positioned ancestor, or the document if there is none. Answer 2: position: sticky and top: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0A4A85"/>
          </a:solidFill>
          <a:ln w="12700">
            <a:solidFill>
              <a:srgbClr val="0A4A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07386A"/>
          </a:solidFill>
          <a:ln w="12700">
            <a:solidFill>
              <a:srgbClr val="07386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77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ISLAMIC UNIVERSITY CHITTAGONG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CSE-2340: Software Development 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Handoff &amp; CSS Positioning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C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Class 1 (teaching) + Class 2 (practice) · Figma/Pixso, position, z-index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1005840" cy="32004"/>
          </a:xfrm>
          <a:prstGeom prst="rect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Sadman Hafiz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Lecturer, Dept. of CSE, IIUC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715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Autumn 2026  |  two 50-minute classes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· 0-5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&amp; Today's Outcome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1848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6459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from Week 3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39112"/>
            <a:ext cx="4974336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property spreads items along the main axis?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three questions the cascade asks?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margin: 0 auto not centring my box?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did MP1 go?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0528" y="161848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22592" y="16459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today you can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2039112"/>
            <a:ext cx="4791456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 design file and take real measurements from it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assets at the right size and format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relative, absolute, fixed and sticky correctly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a positioning context is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z-index without guessing numbers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design given to you, not invented by you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· 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Design Handoff Matters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" y="1572768"/>
            <a:ext cx="4974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students usually work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993392"/>
            <a:ext cx="497433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 the layout while coding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colours and spacing by feel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page ends up slightly different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 looks about right"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303520" cy="2468880"/>
          </a:xfrm>
          <a:prstGeom prst="roundRect">
            <a:avLst>
              <a:gd name="adj" fmla="val 2963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65392" y="1572768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job works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1993392"/>
            <a:ext cx="479145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designer gives you a file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read exact values from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reproduce it, you do not redesign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 matches the design"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11064240" cy="1874520"/>
          </a:xfrm>
          <a:prstGeom prst="roundRect">
            <a:avLst>
              <a:gd name="adj" fmla="val 390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04672" y="4270248"/>
            <a:ext cx="10552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front-end job will start with a Figma link, not a blank file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4690872"/>
            <a:ext cx="1055217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 design is a skill on its own: finding spacing, type sizes, colours and asset sizes without asking the designer.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Project 2 in Week 5 asks you to build your OWN design, so today you learn both sides: how to read one and how to record one.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· HANDOFF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or Pixso: What You Need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572768"/>
            <a:ext cx="4837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993392"/>
            <a:ext cx="4837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screen or one component. The artboard you design inside.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9672" y="1572768"/>
            <a:ext cx="4837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panel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1993392"/>
            <a:ext cx="4837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tree on the left. It maps almost one to one onto your HTML structure.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3035808"/>
            <a:ext cx="4837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/ Dev mode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3456432"/>
            <a:ext cx="4837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panel on the right. Select anything and read its real values.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283464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19672" y="3035808"/>
            <a:ext cx="4837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measuring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19672" y="3456432"/>
            <a:ext cx="4837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one element, hold Alt (Option), hover another. The gap appears.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4498848"/>
            <a:ext cx="4837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919472"/>
            <a:ext cx="4837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format and the scale. 1x, 2x, or SVG.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429768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19672" y="4498848"/>
            <a:ext cx="4837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link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4919472"/>
            <a:ext cx="4837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access is enough. You never need edit rights to build from it.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481888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261872" y="484632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Pixso works the same way and is often faster in Bangladesh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" y="5239512"/>
            <a:ext cx="105521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tool is fine for this course. The panels have different names but the same four things: layers, measurements, styles and export.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· HANDOFF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Read From a Design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37160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371600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 inside, margin between. Measure, do not guess.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778240" y="13716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24px, 16px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17627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176272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2176272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Family, size, weight, line height.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778240" y="217627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Arial 16 / 1.6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980944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980944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2980944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 hex value. Do not eyedrop from a screenshot.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2980944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#003366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785616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785616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Radius and border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880360" y="3785616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Corner radius and border width.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778240" y="3785616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8px, 1px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590288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59028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880360" y="4590288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width, or does it stretch?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778240" y="459028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max-width 1100px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39496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3949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Breakpoints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5394960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there a mobile frame as well as a desktop one?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778240" y="53949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360 / 768 / 1280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· HANDOFF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Exporting Assets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447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4447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Logos, icons, simple shapes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745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perfectly, tiny file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4447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14447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needing transparency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18745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at 2x for sharp screens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5603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633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920240" y="26334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0632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than PNG, no transparency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25603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2633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WebP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26334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Photographs, modern sites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0632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Smallest. Supported everywhere now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" y="408736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261872" y="41148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2x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" y="4507992"/>
            <a:ext cx="497433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phone screen packs two or three real pixels into one CSS pixel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1x image looks soft on it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at 2x, then set the CSS width to the 1x value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09360" y="3886200"/>
            <a:ext cx="5303520" cy="2057400"/>
          </a:xfrm>
          <a:prstGeom prst="roundRect">
            <a:avLst>
              <a:gd name="adj" fmla="val 3556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10528" y="408736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10528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148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Housekeeping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565392" y="4507992"/>
            <a:ext cx="479145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Lowercase file names, hyphens not spaces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them in an images/ folder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 photos before committing them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480560"/>
            <a:ext cx="2743200" cy="2743200"/>
          </a:xfrm>
          <a:prstGeom prst="ellipse">
            <a:avLst/>
          </a:prstGeom>
          <a:solidFill>
            <a:srgbClr val="07386A"/>
          </a:solidFill>
          <a:ln w="12700">
            <a:solidFill>
              <a:srgbClr val="0738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57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Positioning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Flexbox and Grid arrange the flow. Positioning takes an element out of it.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· POSITIONING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Values of position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371600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1371600"/>
            <a:ext cx="8778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default. The element stays in normal flow. top/left do nothing.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331720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relative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2331720"/>
            <a:ext cx="8778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Stays in flow and keeps its space, but can be nudged. Also creates a positioning context.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291840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absolute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514600" y="3291840"/>
            <a:ext cx="8778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from flow. Positioned against the nearest positioned ancestor.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251960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4251960"/>
            <a:ext cx="8778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from flow. Positioned against the viewport. Does not scroll away.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212080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sticky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2514600" y="5212080"/>
            <a:ext cx="8778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until it hits a scroll threshold, then it sticks.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· POSITIONING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Rule: relative Parent, absolute Child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035040" cy="2420112"/>
          </a:xfrm>
          <a:prstGeom prst="roundRect">
            <a:avLst>
              <a:gd name="adj" fmla="val 226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5815584" cy="2200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The parent creates the context */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relative;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The child is placed inside THAT box */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.card__badge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absolute;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12px;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12px;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766560" y="1463040"/>
            <a:ext cx="48463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03720" y="1554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position: relative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515600" y="160020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0" y="160020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2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content sits here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3017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top: 12px  right: 12px  →  measured from the card, not the page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04672" y="4041648"/>
            <a:ext cx="10552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bug you will hit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4462272"/>
            <a:ext cx="105521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 position: relative on the parent and the badge flies to the corner of the PAGE, not the card.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absolutely positioned element looks up through its ancestors for the first one that is positioned. If it finds none, it uses the whole document.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question is never "where did my badge go" but "which ancestor is it measuring from?"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· POSITIONING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and fixed in Practice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035040" cy="2704592"/>
          </a:xfrm>
          <a:prstGeom prst="roundRect">
            <a:avLst>
              <a:gd name="adj" fmla="val 202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5815584" cy="2485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Sticks once it reaches the top of the screen */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.site-header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sticky;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z-index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Always visible, ignores scrolling entirely */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.back-to-top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bottom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20px;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20px;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766560" y="1371600"/>
            <a:ext cx="4846320" cy="2194560"/>
          </a:xfrm>
          <a:prstGeom prst="roundRect">
            <a:avLst>
              <a:gd name="adj" fmla="val 3333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967728" y="157276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6772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479792" y="16002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needs two things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022592" y="1993392"/>
            <a:ext cx="433425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threshold: top, bottom, left or right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parent that is tall enough to scroll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top: 0 it does nothing at all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6035040" cy="2240280"/>
          </a:xfrm>
          <a:prstGeom prst="roundRect">
            <a:avLst>
              <a:gd name="adj" fmla="val 3265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" y="3904488"/>
            <a:ext cx="5522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vs fixed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325112"/>
            <a:ext cx="552297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keeps its space in the flow; fixed does not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stops at the end of its parent; fixed never stops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sticky header pushes content down; a fixed one overlaps it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66560" y="3703320"/>
            <a:ext cx="4846320" cy="2240280"/>
          </a:xfrm>
          <a:prstGeom prst="roundRect">
            <a:avLst>
              <a:gd name="adj" fmla="val 3265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022592" y="3904488"/>
            <a:ext cx="4334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sparingly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022592" y="4325112"/>
            <a:ext cx="433425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 header on a phone eats a third of a small screen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sticky bars are one too many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covers content, add padding to the body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· POSITIONING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z-index Without Guessing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852160" cy="2330704"/>
          </a:xfrm>
          <a:prstGeom prst="roundRect">
            <a:avLst>
              <a:gd name="adj" fmla="val 235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5632704" cy="211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z-index only works on a POSITIONED element */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.badge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position: absolute;   /* required */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z-index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Agree a scale and stick to it */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 10  sticky header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20  dropdown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30  modal overlay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40  toast message  */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0" y="1371600"/>
            <a:ext cx="5029200" cy="2194560"/>
          </a:xfrm>
          <a:prstGeom prst="roundRect">
            <a:avLst>
              <a:gd name="adj" fmla="val 3333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39712" y="1572768"/>
            <a:ext cx="4517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9999 is a bad habit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839712" y="1993392"/>
            <a:ext cx="451713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element needs 10000, then 99999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can tell what is meant to sit above what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small documented scale instead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5852160" cy="2194560"/>
          </a:xfrm>
          <a:prstGeom prst="roundRect">
            <a:avLst>
              <a:gd name="adj" fmla="val 3333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395020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9776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rules people forget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370832"/>
            <a:ext cx="53400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z-index does nothing without position (other than in flex or grid)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parent with its own z-index traps its children: a child can never escape above its parent's level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0" y="3749040"/>
            <a:ext cx="5029200" cy="2194560"/>
          </a:xfrm>
          <a:prstGeom prst="roundRect">
            <a:avLst>
              <a:gd name="adj" fmla="val 3333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84848" y="395020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84848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296912" y="39776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it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839712" y="4370832"/>
            <a:ext cx="451713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z-index does nothing, check for position first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check whether an ancestor has its own z-index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DevTools shows the computed value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· 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NOT to Use Positioning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2560320"/>
          </a:xfrm>
          <a:prstGeom prst="roundRect">
            <a:avLst>
              <a:gd name="adj" fmla="val 2857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" y="1572768"/>
            <a:ext cx="4974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position for layout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993392"/>
            <a:ext cx="497433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columns side by side → Flexbox or Grid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Centring a box → Flexbox, or margin: 0 auto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row of cards → Flexbox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positioning does not respond to screen size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303520" cy="2560320"/>
          </a:xfrm>
          <a:prstGeom prst="roundRect">
            <a:avLst>
              <a:gd name="adj" fmla="val 2857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65392" y="1572768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position for overlays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1993392"/>
            <a:ext cx="479145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badge on a card corner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caption over an image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sticky header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back-to-top button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modal dialog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04672" y="4361688"/>
            <a:ext cx="10552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 question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4782312"/>
            <a:ext cx="1055217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this element need to sit ON TOP of something else? Then position it.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need to sit NEXT TO something else? Then use Flexbox or Grid.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Week 2: absolute positioning was the painful way to place a button. Do not go back to it.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· 35-45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Build: Sticky Header and Card Badge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852160" cy="2956560"/>
          </a:xfrm>
          <a:prstGeom prst="roundRect">
            <a:avLst>
              <a:gd name="adj" fmla="val 185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5632704" cy="2737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1. Sticky header */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.site-header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sticky;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z-index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var(--navy);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MUST be opaque, or the page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text scrolls through it */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2. The positioning context */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relative;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overflow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0" y="1371600"/>
            <a:ext cx="5029200" cy="2062480"/>
          </a:xfrm>
          <a:prstGeom prst="roundRect">
            <a:avLst>
              <a:gd name="adj" fmla="val 266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93408" y="1481328"/>
            <a:ext cx="4809744" cy="184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3. Badge in the corner */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.card__badge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absolute;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12px;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12px;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z-index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var(--amber);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4px 10px;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999px;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5852160" cy="2062480"/>
          </a:xfrm>
          <a:prstGeom prst="roundRect">
            <a:avLst>
              <a:gd name="adj" fmla="val 266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4315968"/>
            <a:ext cx="5632704" cy="184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4. Caption over the image */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.card__caption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absolute;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bottom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right: 0;   /* left + right = full width */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rgba(0,0,0,0.55);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10px;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452628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84848" y="472744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84848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296912" y="47548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test one at a time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839712" y="5148072"/>
            <a:ext cx="45171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each block: scroll the page, then resize to 360px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changes at once means three interacting bugs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· 45-50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325880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badge flew to the page corner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325880"/>
            <a:ext cx="6217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parent has no position: relative. Absolute looks up for the nearest positioned ancestor.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103120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/ left do nothing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103120"/>
            <a:ext cx="6217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element is still position: static. Those properties are ignored.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880360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is not sticking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880360"/>
            <a:ext cx="6217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top value, or an ancestor has overflow: hidden.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657600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z-index is ignored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3657600"/>
            <a:ext cx="6217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element is not positioned, or an ancestor's z-index traps it.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434840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scrolls through my header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4434840"/>
            <a:ext cx="6217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sticky header has a transparent background. Give it an opaque one.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212080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breaks on a phone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5212080"/>
            <a:ext cx="6217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positioned something that should have been laid out with Flexbox or Grid.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i="1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questions for C1: what does position: relative do that static does not? And why does z-index sometimes do nothing?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480560"/>
            <a:ext cx="2743200" cy="2743200"/>
          </a:xfrm>
          <a:prstGeom prst="ellipse">
            <a:avLst/>
          </a:prstGeom>
          <a:solidFill>
            <a:srgbClr val="07386A"/>
          </a:solidFill>
          <a:ln w="12700">
            <a:solidFill>
              <a:srgbClr val="0738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57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2 — Practice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given a design. Build it exactly, then implement the positioning requirements.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· 0-7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2: What You Will Do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6420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6916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design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84832"/>
            <a:ext cx="213969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six measurements from the handoff file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01568" y="146304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02736" y="166420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02736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16916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card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2084832"/>
            <a:ext cx="213969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spacing, type and colours exactly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54496" y="146304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55664" y="166420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55664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967728" y="16916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positioned parts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10528" y="2084832"/>
            <a:ext cx="213969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Badge, caption, sticky header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07424" y="146304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08592" y="166420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08592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820656" y="16916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broken page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363456" y="2084832"/>
            <a:ext cx="213969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positioning bugs planted in starter/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48056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468172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261872" y="470916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for today: reproduce, do not redesign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" y="5102352"/>
            <a:ext cx="10552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think the design is wrong, note it and build it anyway. Arguing with the design is a conversation for the designer, not a licence to change it.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· 7-15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1: Read the Design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shared design file. Write these six values into measurements.md before writing any CSS.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98424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01168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padding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404872"/>
            <a:ext cx="4837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inside the card border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78308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64808" y="198424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976872" y="201168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between cards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2404872"/>
            <a:ext cx="4837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with Alt / Option hover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08152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310896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 size and weight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3502152"/>
            <a:ext cx="4837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px, plus the line height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288036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64808" y="308152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64808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76872" y="310896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text colour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19672" y="3502152"/>
            <a:ext cx="4837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 hex, do not eyedrop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97764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" y="417880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261872" y="420624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Corner radius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04672" y="4599432"/>
            <a:ext cx="4837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card and on the badge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63640" y="397764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64808" y="417880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64808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976872" y="420624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 offset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519672" y="4599432"/>
            <a:ext cx="4837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from the card's top and right edges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51206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4672" y="5321808"/>
            <a:ext cx="10552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values down first. Coding while measuring is how you end up with 23px padding in one place and 25px in another.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· 15-27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2: Build the Card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2560320"/>
          </a:xfrm>
          <a:prstGeom prst="roundRect">
            <a:avLst>
              <a:gd name="adj" fmla="val 285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" y="1572768"/>
            <a:ext cx="4974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993392"/>
            <a:ext cx="497433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markup: article, h3, p, 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YOUR measured values, not invented ones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Colours as custom properties in :root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cards in a wrapping Flexbox row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303520" cy="2560320"/>
          </a:xfrm>
          <a:prstGeom prst="roundRect">
            <a:avLst>
              <a:gd name="adj" fmla="val 2857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57276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052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22592" y="16002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1993392"/>
            <a:ext cx="479145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anything yet — that is Exercise 3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colours because you prefer others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23px up to 24px without noting 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11064240" cy="1209040"/>
          </a:xfrm>
          <a:prstGeom prst="roundRect">
            <a:avLst>
              <a:gd name="adj" fmla="val 453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4270248"/>
            <a:ext cx="10844784" cy="98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--card-pad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your measured value */;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--card-gap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your measured value */;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--radius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your measured value */;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· 27-37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3: The Positioned Parts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61848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64592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 on the card corner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39112"/>
            <a:ext cx="10552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position: relative on the card, absolute on the badge, at your measured offset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299008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01752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over the image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410712"/>
            <a:ext cx="10552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Absolute, pinned to bottom/left/right, with a semi-transparent background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36168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438912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header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782312"/>
            <a:ext cx="10552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with top: 0, an opaque background, and a sensible z-index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5778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5779008"/>
            <a:ext cx="10552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after each one: scroll the page, resize to 360px, and Tab through it. Do not leave all three to the end.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· 37-45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4: Fix the Broken Page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starter/. Six positioning bugs are planted in the CSS. The HTML is correct.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98424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01168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badge sits in the page corner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404872"/>
            <a:ext cx="4837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ancestor is it measuring from?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78308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64808" y="198424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976872" y="201168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and left do nothing on the tag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2404872"/>
            <a:ext cx="4837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position value first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08152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310896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header does not stick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3502152"/>
            <a:ext cx="4837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possible causes. Check both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288036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64808" y="308152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64808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76872" y="310896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text scrolls through the header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519672" y="3502152"/>
            <a:ext cx="4837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header's background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97764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" y="417880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261872" y="420624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caption is behind the image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04672" y="4599432"/>
            <a:ext cx="4837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property, and it needs a friend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63640" y="397764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64808" y="417880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64808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976872" y="420624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z-index: 9999 still does not work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519672" y="4599432"/>
            <a:ext cx="4837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ancestor is trapping it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51206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4672" y="5321808"/>
            <a:ext cx="10552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method as always: Inspect, read the computed position, find the rule, test live, then edit the file.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IN CLASS · PART 2 AT HOME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- Week 4, C1 and C2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57276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6002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1 - In-class demonstration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1993392"/>
            <a:ext cx="4974336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 last 5 minutes of C2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show your card with a correctly positioned badge, and your working sticky header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the page and resize to 360px in front of the instructor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your measurements.md next to the design file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Marks: 2 (checked on the spot)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0528" y="157276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22592" y="16002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2 - Home task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1993392"/>
            <a:ext cx="4791456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all four exercises including the six bug fixes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back-to-top button using position: fixed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handoff-notes.md: your six measurements, plus anything in the design you could not reproduce and why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and push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Deadline: before Week 4, Class 3 · Marks: 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5596128"/>
            <a:ext cx="10552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class starts Tailwind CSS v4. Mini Project 2 (your own responsive design in Tailwind) is due Week 5, C4.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· 48-50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Marking Rubric &amp; Exit Check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- 5 MARKS TOTAL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69164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measurements recorded and matched in the CSS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69164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46888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 and caption correctly positioned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46888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24612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header works, with opaque background and z-index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24612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02336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six planted bugs fixed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402336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406640" y="137160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662672" y="1572768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question 1 - concept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662672" y="1993392"/>
            <a:ext cx="36941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absolutely positioned element measures its top and left from what, exactly?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406640" y="333756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662672" y="3538728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question 2 - practical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662672" y="3959352"/>
            <a:ext cx="36941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two declarations that make a header stick to the top of the screen.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1206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i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class (C3): Tailwind CSS v4 — the same Flexbox, Grid and spacing you already know, with shorter names.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International Islamic University Chittagong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CSE-2340 W4C1-C2 Design Handoff and CSS Positioning</dc:title>
  <dc:subject>Design handoff and positioning</dc:subject>
  <dc:creator>Md Sadman Hafiz</dc:creator>
  <cp:lastModifiedBy>Md Sadman Hafiz</cp:lastModifiedBy>
  <cp:revision>1</cp:revision>
  <dcterms:created xsi:type="dcterms:W3CDTF">2026-09-26T04:26:24Z</dcterms:created>
  <dcterms:modified xsi:type="dcterms:W3CDTF">2026-09-26T04:26:24Z</dcterms:modified>
</cp:coreProperties>
</file>