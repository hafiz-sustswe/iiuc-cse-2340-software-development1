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2, Class 4. PRACTICE class - students work, you circulate. Very few slides on purpose. Timing: 0-5 recall, 5-12 debugging method and DevTools, 12-42 four exercises, 42-48 clinic, 48-50 exit. Share the starter folder before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This is a working class. Say it plainly: I will talk for seven minutes, then you build for thirty. Anyone without styles.css from C3 pairs up immediately - do not let them sit idle.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5-9 min. Demonstrate all four steps once on the broken starter file. The habit you are building is: identify the element, read the numbers, find the rule, test before editing.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9-12 min. Do this live, not as a slide reading. Toggle a declaration off and on, hover the box model rings, and show a struck-through rule. Then release them to the exercises.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 min. Hand over. From here you circulate. Do not solve anything for a student - point at DevTools and ask them which of the four numbers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12-22 min. Ten minutes. Most students find five or six. Do not give answers - give the next question: which element? which number? which rule set it? Bugs 6 and 8 are the hardest.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22-30 min. The written comment matters more than the fix. A student who can say why inline ignores width has understood the day; a student who typed inline-block from memory has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30-36 min. The margin-versus-padding decision is the real content of this exercise. Ask three students at random to justify their choice before they type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36-42 min. Stretch task for fast finishers. Nobody should feel behind for not reaching it. It deliberately previews the pain that Flexbox solves next week - say that when you close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42-48 min. Ask which bug each student hit and fix two or three live on the projector. Margin collapse is worth demonstrating properly because it is genuinely counter-intuitive.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 min. Point at the MP1 deadline. Students who finish this home task properly have already built most of MP1 - say that explicitly, it motivates the ones who are drifting.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48-50 min. Answer 1 is 30px, not 50px. Answer 2 is box-sizing: border-box. Close by pointing forward to Flexbox - after this class they will want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A4A85"/>
          </a:solidFill>
          <a:ln w="12700">
            <a:solidFill>
              <a:srgbClr val="0A4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77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ISLAMIC UNIVERSITY CHITTAGONG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789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CSE-2340: Software Development 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Practice: Layouts, Display &amp; Backgrounds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· Class 4 · Build and debug layouts using the box model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1005840" cy="32004"/>
          </a:xfrm>
          <a:prstGeom prst="rect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Sadman Hafiz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029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Lecturer, Dept. of CSE, IIUC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 2026  |  50-minute practice class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&amp; Today's Outcome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from C3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039112"/>
            <a:ext cx="497433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box-sizing: border-box change?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or margin: which is inside the border?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width do nothing on a span?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styles.css now.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61848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459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2039112"/>
            <a:ext cx="479145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layout bug in DevTools instead of guessing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eight planted bugs in a broken page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display: block, inline and inline-block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card layout from a target image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with a working, debugged stylesheet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5-12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Debugging Method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guess. Never delete random lines. Follow the same four steps every time.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0299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450592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click the broken element and choose Inspect. Confirm you selected the right element — it highlights on the page.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01568" y="18288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2736" y="20299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2736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BOX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450592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 to the box model diagram. Which number is wrong: margin, border, padding or content?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54496" y="18288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5664" y="20299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55664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67728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RULE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2450592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Styles panel, find which rule set that value. Struck-through means it lost to another rule.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107424" y="1828800"/>
            <a:ext cx="2651760" cy="2926080"/>
          </a:xfrm>
          <a:prstGeom prst="roundRect">
            <a:avLst>
              <a:gd name="adj" fmla="val 275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08592" y="20299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08592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820656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LIVE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63456" y="2450592"/>
            <a:ext cx="213969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value in DevTools. If it fixes the problem, copy that one line into your CSS file.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" y="518464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lines until it looks right is not debugging. You will not know what fixed it, and it will break again.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5-12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DevTools: What to Look 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Elements tab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HTML. Hover a line to highlight it on the page.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157276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 panel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199339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rule that applies, most specific first. Untick a box to disable one line.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303580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 diagram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345643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rings. Hover each ring to highlight it on the page.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8346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9672" y="303580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Computed tab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345643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final value the browser actually used, after all rules.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49884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Struck-through rule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91947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declaration lost, or the property name is misspelled.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429768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9672" y="4498848"/>
            <a:ext cx="4837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tab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4919472"/>
            <a:ext cx="4837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styles.css loaded. A 404 here explains "nothing works".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600760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you type in DevTools is saved. Refreshing undoes it. That is what makes it safe to experiment.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480560"/>
            <a:ext cx="2743200" cy="2743200"/>
          </a:xfrm>
          <a:prstGeom prst="ellipse">
            <a:avLst/>
          </a:prstGeom>
          <a:solidFill>
            <a:srgbClr val="07386A"/>
          </a:solidFill>
          <a:ln w="12700">
            <a:solidFill>
              <a:srgbClr val="07386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0574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starter folder. Work through them in order. Ask me when you are stuck for more than three minutes.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12-22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1: Fix the Broken Card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4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 starter/index.html and starter/styles.css. Eight bugs are planted. Find and fix them.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842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20116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card is wider than 320px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404872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it in the box model diagram first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78308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64808" y="198424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48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76872" y="201168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nav links sit on separate lines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404872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display value do they need?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807208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008376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0358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button ignores its width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3429000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family of problem as the nav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2807208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08" y="3008376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976872" y="303580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touches the card border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3429000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or outside: which property?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831336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4032504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61872" y="40599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cards are stuck together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4453128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or outside: which property?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63640" y="3831336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4808" y="4032504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64808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976872" y="405993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container is not centred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19672" y="4453128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two things, not one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855464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" y="5056632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9808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1261872" y="50840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table shows double lines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4672" y="5477256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declaration fixes this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63640" y="4855464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64808" y="5056632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64808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6976872" y="5084064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background image is invisible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519672" y="5477256"/>
            <a:ext cx="4837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path AND the box height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22-30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2: display Drill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035040" cy="859536"/>
          </a:xfrm>
          <a:prstGeom prst="roundRect">
            <a:avLst>
              <a:gd name="adj" fmla="val 638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481328"/>
            <a:ext cx="5815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"tag"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"tag"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"tag"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JavaScript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6035040" cy="1444752"/>
          </a:xfrm>
          <a:prstGeom prst="roundRect">
            <a:avLst>
              <a:gd name="adj" fmla="val 379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58568"/>
            <a:ext cx="58155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.tag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120px;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8px;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background-color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#003366;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4846320" cy="237744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022592" y="157276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993392"/>
            <a:ext cx="43342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file. The width is ignored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before you change anything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it so all three tags sit in a row, evenly sized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make them stack vertically instead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6035040" cy="2148840"/>
          </a:xfrm>
          <a:prstGeom prst="roundRect">
            <a:avLst>
              <a:gd name="adj" fmla="val 3404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399592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4023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to answer in your file as a comment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" y="4416552"/>
            <a:ext cx="552297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display value did you use, and why?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the vertical padding before and after your fix?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block make them stack?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397764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67728" y="417880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6772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79792" y="42062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done when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4599432"/>
            <a:ext cx="4334256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equal tags sit in one row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switch to stacked by changing ONE value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30-36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3: Spacing and Backgrounds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2377440"/>
          </a:xfrm>
          <a:prstGeom prst="roundRect">
            <a:avLst>
              <a:gd name="adj" fmla="val 3077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04672" y="1572768"/>
            <a:ext cx="4974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1993392"/>
            <a:ext cx="497433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every card 24px of internal space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every card 16px of space from the next card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1px border and 8px rounded corners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soft shadow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you are practising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1993392"/>
            <a:ext cx="479145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space → padding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between elements → margin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which one out loud before typing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1444752"/>
          </a:xfrm>
          <a:prstGeom prst="roundRect">
            <a:avLst>
              <a:gd name="adj" fmla="val 3797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4041648"/>
            <a:ext cx="1084478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Then add a hero banner. Fix it so the image fills the box without stretching. */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FFC4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background-image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url("../images/campus.jpg");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220px;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829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add three more declarations here */</a:t>
            </a:r>
            <a:endParaRPr lang="en-US" sz="1200" dirty="0"/>
          </a:p>
          <a:p>
            <a:pPr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36-42 MINUTES · STRETCH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4: Rebuild From a Target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03504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71600"/>
            <a:ext cx="6035040" cy="292608"/>
          </a:xfrm>
          <a:prstGeom prst="rect">
            <a:avLst/>
          </a:prstGeom>
          <a:solidFill>
            <a:srgbClr val="E8EEF4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463040"/>
            <a:ext cx="109728" cy="109728"/>
          </a:xfrm>
          <a:prstGeom prst="ellipse">
            <a:avLst/>
          </a:prstGeom>
          <a:solidFill>
            <a:srgbClr val="E06C5E"/>
          </a:solidFill>
          <a:ln w="12700">
            <a:solidFill>
              <a:srgbClr val="E06C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463040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" y="1463040"/>
            <a:ext cx="109728" cy="109728"/>
          </a:xfrm>
          <a:prstGeom prst="ellipse">
            <a:avLst/>
          </a:prstGeom>
          <a:solidFill>
            <a:srgbClr val="5FB878"/>
          </a:solidFill>
          <a:ln w="12700">
            <a:solidFill>
              <a:srgbClr val="5FB8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13990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target.png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5577840" cy="6400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Dashboard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1214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Courses   Profile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260604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2715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— Semantic HTML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17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classes · one mini project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2880360"/>
            <a:ext cx="960120" cy="320040"/>
          </a:xfrm>
          <a:prstGeom prst="roundRect">
            <a:avLst>
              <a:gd name="adj" fmla="val 11429"/>
            </a:avLst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288036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365760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37673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— CSS and the box model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069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classes · one mini project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3931920"/>
            <a:ext cx="960120" cy="320040"/>
          </a:xfrm>
          <a:prstGeom prst="roundRect">
            <a:avLst>
              <a:gd name="adj" fmla="val 11429"/>
            </a:avLst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74920" y="39319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4709160"/>
            <a:ext cx="53035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7280" y="4818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— Flexbox and Grid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5120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classes · one mini project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4983480"/>
            <a:ext cx="960120" cy="320040"/>
          </a:xfrm>
          <a:prstGeom prst="roundRect">
            <a:avLst>
              <a:gd name="adj" fmla="val 11429"/>
            </a:avLst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74920" y="49834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66560" y="1371600"/>
            <a:ext cx="4846320" cy="2286000"/>
          </a:xfrm>
          <a:prstGeom prst="roundRect">
            <a:avLst>
              <a:gd name="adj" fmla="val 3200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022592" y="1572768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1993392"/>
            <a:ext cx="43342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HTML yourself, semantically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CSS you learned in C3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Flexbox and no Grid — those are Week 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have to match pixel for pixel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66560" y="3840480"/>
            <a:ext cx="4846320" cy="2103120"/>
          </a:xfrm>
          <a:prstGeom prst="roundRect">
            <a:avLst>
              <a:gd name="adj" fmla="val 3478"/>
            </a:avLst>
          </a:prstGeom>
          <a:solidFill>
            <a:srgbClr val="E7F4EE"/>
          </a:solidFill>
          <a:ln w="12700">
            <a:solidFill>
              <a:srgbClr val="E7F4EE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967728" y="4041648"/>
            <a:ext cx="384048" cy="384048"/>
          </a:xfrm>
          <a:prstGeom prst="ellipse">
            <a:avLst/>
          </a:prstGeom>
          <a:solidFill>
            <a:srgbClr val="1F7A55"/>
          </a:solidFill>
          <a:ln w="12700">
            <a:solidFill>
              <a:srgbClr val="1F7A5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67728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479792" y="40690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7022592" y="4462272"/>
            <a:ext cx="4334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card is a box with padding and a bottom margin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Open button needs inline-block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everything with a max-width container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42-48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Clinic: The Usual Suspects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32588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box is wider than the width I set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325880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box-sizing: border-box. Padding and border are being added on top.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10312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and height do nothing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103120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element is inline. Use inline-block, or block if it should fill the row.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88036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bigger than I asked for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880360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 between stacked elements collapse into one — the larger wins, they do not add up.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margin: 0 auto is not centring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657600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element has no width, or it is not a block element. It needs both.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3484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BEAE8"/>
          </a:solidFill>
          <a:ln w="12700">
            <a:solidFill>
              <a:srgbClr val="FBEA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43484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 write has any effect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4434840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Network tab for a 404 on styles.css, then check for a missing semicolon above.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676656"/>
          </a:xfrm>
          <a:prstGeom prst="roundRect">
            <a:avLst>
              <a:gd name="adj" fmla="val 108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21208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background image does not show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5212080"/>
            <a:ext cx="6309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path, or the box has zero height. url() is relative to the CSS file.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i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collapse surprises everyone once. 20px below one box and 30px above the next gives you 30px, not 50px.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IN CLASS · PART 2 AT HOME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 - Week 2, Class 4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486400" cy="3566160"/>
          </a:xfrm>
          <a:prstGeom prst="roundRect">
            <a:avLst>
              <a:gd name="adj" fmla="val 205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572768"/>
            <a:ext cx="384048" cy="384048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16002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In-class demonstration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993392"/>
            <a:ext cx="4974336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last 5 minutes of this class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show your fixed starter page with at least six of the eight bugs corrected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DevTools and explain ONE fix using the box model diagram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Submission: show on your screen before leaving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Marks: 2 (checked on the spot)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303520" cy="3840480"/>
          </a:xfrm>
          <a:prstGeom prst="roundRect">
            <a:avLst>
              <a:gd name="adj" fmla="val 190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1572768"/>
            <a:ext cx="384048" cy="384048"/>
          </a:xfrm>
          <a:prstGeom prst="ellipse">
            <a:avLst/>
          </a:prstGeom>
          <a:solidFill>
            <a:srgbClr val="E39A18"/>
          </a:solidFill>
          <a:ln w="12700">
            <a:solidFill>
              <a:srgbClr val="E39A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60020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2 - Home task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1993392"/>
            <a:ext cx="479145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all eight bug fixes and Exercises 2 and 3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Exercise 4 dashboard page (dashboard.html + its CSS)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fixes.md: for each bug, one line saying what was wrong and what you changed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and push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Deadline: before Week 3, Class 1 · Marks: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5596128"/>
            <a:ext cx="1055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Project 1 is due in Week 3, C4. Everything from Weeks 1 and 2 is what it is marked 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48-50 MINUTES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Marking Rubric &amp; Exit Check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CSE-2340 Software Development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355080"/>
            <a:ext cx="667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- 5 MARKS TOTAL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or more of the eight planted bugs fixed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6916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4688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drill correct, with the written explanation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46888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461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 and background exercise complete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24612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6492240" cy="658368"/>
          </a:xfrm>
          <a:prstGeom prst="roundRect">
            <a:avLst>
              <a:gd name="adj" fmla="val 111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02336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 built with correct box model use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402336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406640" y="137160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662672" y="157276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9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1 - concept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662672" y="1993392"/>
            <a:ext cx="3694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stacked boxes: 20px margin below one, 30px above the other. What gap do you see?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406640" y="3337560"/>
            <a:ext cx="4206240" cy="1737360"/>
          </a:xfrm>
          <a:prstGeom prst="roundRect">
            <a:avLst>
              <a:gd name="adj" fmla="val 4211"/>
            </a:avLst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  <a:effectLst>
            <a:outerShdw sx="100000" sy="100000" kx="0" ky="0" algn="bl" rotWithShape="0" blurRad="76200" dist="12700" dir="5400000">
              <a:srgbClr val="9AA9B8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662672" y="3538728"/>
            <a:ext cx="3694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question 2 - practical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3959352"/>
            <a:ext cx="3694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D4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one declaration that makes a width of 300px stay 300px on screen.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1206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3"/>
              </a:lnSpc>
              <a:buNone/>
            </a:pPr>
            <a:r>
              <a:rPr lang="en-US" sz="1350" i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Flexbox and CSS Grid — the tools that make the layout you just fought with easy.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International Islamic University Chittagong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CSE-2340 W2C4 Box Model Practice</dc:title>
  <dc:subject>Layout practice and debugging</dc:subject>
  <dc:creator>Md Sadman Hafiz</dc:creator>
  <cp:lastModifiedBy>Md Sadman Hafiz</cp:lastModifiedBy>
  <cp:revision>1</cp:revision>
  <dcterms:created xsi:type="dcterms:W3CDTF">2026-09-05T17:52:21Z</dcterms:created>
  <dcterms:modified xsi:type="dcterms:W3CDTF">2026-09-05T17:52:21Z</dcterms:modified>
</cp:coreProperties>
</file>